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5436F-06E2-404B-912D-D306A0E2262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BA10A26-D635-4240-999C-98A828E747C0}">
      <dgm:prSet custT="1"/>
      <dgm:spPr/>
      <dgm:t>
        <a:bodyPr/>
        <a:lstStyle/>
        <a:p>
          <a:pPr>
            <a:defRPr cap="all"/>
          </a:pPr>
          <a:r>
            <a:rPr lang="en-US" sz="2000" dirty="0"/>
            <a:t>Each group needs to write CO statements to map all 12 PO and WK</a:t>
          </a:r>
        </a:p>
      </dgm:t>
    </dgm:pt>
    <dgm:pt modelId="{D206435E-C54A-4741-946E-E4659804178B}" type="parTrans" cxnId="{146F1A87-20AA-4A71-B941-EDD68C8DDC8B}">
      <dgm:prSet/>
      <dgm:spPr/>
      <dgm:t>
        <a:bodyPr/>
        <a:lstStyle/>
        <a:p>
          <a:endParaRPr lang="en-US"/>
        </a:p>
      </dgm:t>
    </dgm:pt>
    <dgm:pt modelId="{982B05DD-5999-4D9C-AC00-3C702136A4A8}" type="sibTrans" cxnId="{146F1A87-20AA-4A71-B941-EDD68C8DDC8B}">
      <dgm:prSet/>
      <dgm:spPr/>
      <dgm:t>
        <a:bodyPr/>
        <a:lstStyle/>
        <a:p>
          <a:endParaRPr lang="en-US"/>
        </a:p>
      </dgm:t>
    </dgm:pt>
    <dgm:pt modelId="{07D9C24E-860C-4C5E-AABC-2BCE341C2A22}">
      <dgm:prSet custT="1"/>
      <dgm:spPr/>
      <dgm:t>
        <a:bodyPr/>
        <a:lstStyle/>
        <a:p>
          <a:pPr>
            <a:defRPr cap="all"/>
          </a:pPr>
          <a:r>
            <a:rPr lang="en-US" sz="2000" dirty="0"/>
            <a:t>Prepare a table showing CO-PO-WK-BLOOM’S Taxonomy mapping</a:t>
          </a:r>
        </a:p>
      </dgm:t>
    </dgm:pt>
    <dgm:pt modelId="{C19008F8-818B-47E7-90CC-863B92E3BB43}" type="parTrans" cxnId="{4A18D356-D940-45E4-AB4B-A3386A3375D9}">
      <dgm:prSet/>
      <dgm:spPr/>
      <dgm:t>
        <a:bodyPr/>
        <a:lstStyle/>
        <a:p>
          <a:endParaRPr lang="en-US"/>
        </a:p>
      </dgm:t>
    </dgm:pt>
    <dgm:pt modelId="{104EA295-8D19-4F72-B93A-EBEACFD3D80D}" type="sibTrans" cxnId="{4A18D356-D940-45E4-AB4B-A3386A3375D9}">
      <dgm:prSet/>
      <dgm:spPr/>
      <dgm:t>
        <a:bodyPr/>
        <a:lstStyle/>
        <a:p>
          <a:endParaRPr lang="en-US"/>
        </a:p>
      </dgm:t>
    </dgm:pt>
    <dgm:pt modelId="{E1C4FCDF-64E1-4B13-B1B1-807344E188F2}">
      <dgm:prSet custT="1"/>
      <dgm:spPr/>
      <dgm:t>
        <a:bodyPr/>
        <a:lstStyle/>
        <a:p>
          <a:pPr>
            <a:defRPr cap="all"/>
          </a:pPr>
          <a:r>
            <a:rPr lang="en-US" sz="2000" dirty="0"/>
            <a:t>Please use the courses from your own curriculum</a:t>
          </a:r>
        </a:p>
      </dgm:t>
    </dgm:pt>
    <dgm:pt modelId="{43413A88-F976-40CB-A831-C91C2A47D9E7}" type="parTrans" cxnId="{BC20E5F0-0EE9-4CB4-A6AD-A4D3F658E682}">
      <dgm:prSet/>
      <dgm:spPr/>
      <dgm:t>
        <a:bodyPr/>
        <a:lstStyle/>
        <a:p>
          <a:endParaRPr lang="en-US"/>
        </a:p>
      </dgm:t>
    </dgm:pt>
    <dgm:pt modelId="{4EB8265D-7C73-4483-87F2-901B864433B3}" type="sibTrans" cxnId="{BC20E5F0-0EE9-4CB4-A6AD-A4D3F658E682}">
      <dgm:prSet/>
      <dgm:spPr/>
      <dgm:t>
        <a:bodyPr/>
        <a:lstStyle/>
        <a:p>
          <a:endParaRPr lang="en-US"/>
        </a:p>
      </dgm:t>
    </dgm:pt>
    <dgm:pt modelId="{2C53D70D-5E3C-47BB-A939-9DD298936F14}">
      <dgm:prSet custT="1"/>
      <dgm:spPr/>
      <dgm:t>
        <a:bodyPr/>
        <a:lstStyle/>
        <a:p>
          <a:pPr>
            <a:defRPr cap="all"/>
          </a:pPr>
          <a:r>
            <a:rPr lang="en-US" sz="2000" dirty="0"/>
            <a:t>Please do not just use the CO already written and mapped in your curriculum</a:t>
          </a:r>
        </a:p>
      </dgm:t>
    </dgm:pt>
    <dgm:pt modelId="{AE376BD5-65B3-494B-B324-E99FBD472A66}" type="parTrans" cxnId="{E66C9D6A-BABD-4F5E-BF8A-1F99C2B2AAE6}">
      <dgm:prSet/>
      <dgm:spPr/>
      <dgm:t>
        <a:bodyPr/>
        <a:lstStyle/>
        <a:p>
          <a:endParaRPr lang="en-US"/>
        </a:p>
      </dgm:t>
    </dgm:pt>
    <dgm:pt modelId="{F204E574-9772-4CAC-BC9E-991D1EF8657C}" type="sibTrans" cxnId="{E66C9D6A-BABD-4F5E-BF8A-1F99C2B2AAE6}">
      <dgm:prSet/>
      <dgm:spPr/>
      <dgm:t>
        <a:bodyPr/>
        <a:lstStyle/>
        <a:p>
          <a:endParaRPr lang="en-US"/>
        </a:p>
      </dgm:t>
    </dgm:pt>
    <dgm:pt modelId="{6F328815-A553-4C63-A862-8E0B4A253977}">
      <dgm:prSet custT="1"/>
      <dgm:spPr/>
      <dgm:t>
        <a:bodyPr/>
        <a:lstStyle/>
        <a:p>
          <a:pPr>
            <a:defRPr cap="all"/>
          </a:pPr>
          <a:r>
            <a:rPr lang="en-US" sz="1800" dirty="0"/>
            <a:t>Please prepare the course by yourselves. You are cordially discouraged to use AI just for today</a:t>
          </a:r>
        </a:p>
      </dgm:t>
    </dgm:pt>
    <dgm:pt modelId="{7B2F4E7D-12E5-4AA0-AC94-3C0AD8C91F8E}" type="parTrans" cxnId="{61E701DC-124B-4B9D-92EC-AD5E3A993E49}">
      <dgm:prSet/>
      <dgm:spPr/>
      <dgm:t>
        <a:bodyPr/>
        <a:lstStyle/>
        <a:p>
          <a:endParaRPr lang="en-US"/>
        </a:p>
      </dgm:t>
    </dgm:pt>
    <dgm:pt modelId="{F65112A5-F895-4397-AB19-069F3CA24904}" type="sibTrans" cxnId="{61E701DC-124B-4B9D-92EC-AD5E3A993E49}">
      <dgm:prSet/>
      <dgm:spPr/>
      <dgm:t>
        <a:bodyPr/>
        <a:lstStyle/>
        <a:p>
          <a:endParaRPr lang="en-US"/>
        </a:p>
      </dgm:t>
    </dgm:pt>
    <dgm:pt modelId="{F7ADCD2F-FD2E-49FC-B7F4-BD7138BC52C5}">
      <dgm:prSet custT="1"/>
      <dgm:spPr/>
      <dgm:t>
        <a:bodyPr/>
        <a:lstStyle/>
        <a:p>
          <a:pPr>
            <a:defRPr cap="all"/>
          </a:pPr>
          <a:r>
            <a:rPr lang="en-US" sz="2000" dirty="0"/>
            <a:t>You are all requested to participate equally in this activity.  </a:t>
          </a:r>
        </a:p>
      </dgm:t>
    </dgm:pt>
    <dgm:pt modelId="{AB7270AE-8A7C-46A6-A5C8-E297657FDF96}" type="parTrans" cxnId="{35E90A6E-CC24-4F90-879E-AC880E6584A9}">
      <dgm:prSet/>
      <dgm:spPr/>
      <dgm:t>
        <a:bodyPr/>
        <a:lstStyle/>
        <a:p>
          <a:endParaRPr lang="en-US"/>
        </a:p>
      </dgm:t>
    </dgm:pt>
    <dgm:pt modelId="{1BAC09EF-B211-4275-A458-535932F9D10D}" type="sibTrans" cxnId="{35E90A6E-CC24-4F90-879E-AC880E6584A9}">
      <dgm:prSet/>
      <dgm:spPr/>
      <dgm:t>
        <a:bodyPr/>
        <a:lstStyle/>
        <a:p>
          <a:endParaRPr lang="en-US"/>
        </a:p>
      </dgm:t>
    </dgm:pt>
    <dgm:pt modelId="{44347272-8E0B-4253-9F80-7F3304C6FDE1}" type="pres">
      <dgm:prSet presAssocID="{A6D5436F-06E2-404B-912D-D306A0E2262E}" presName="root" presStyleCnt="0">
        <dgm:presLayoutVars>
          <dgm:dir/>
          <dgm:resizeHandles val="exact"/>
        </dgm:presLayoutVars>
      </dgm:prSet>
      <dgm:spPr/>
    </dgm:pt>
    <dgm:pt modelId="{220F08D7-A945-4A54-BC17-1D02A144329D}" type="pres">
      <dgm:prSet presAssocID="{8BA10A26-D635-4240-999C-98A828E747C0}" presName="compNode" presStyleCnt="0"/>
      <dgm:spPr/>
    </dgm:pt>
    <dgm:pt modelId="{0AA03DFF-14FA-47BD-B80B-D0B0D64A2C43}" type="pres">
      <dgm:prSet presAssocID="{8BA10A26-D635-4240-999C-98A828E747C0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94B3377-50D7-4447-A117-9F6E30C297DC}" type="pres">
      <dgm:prSet presAssocID="{8BA10A26-D635-4240-999C-98A828E747C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FFB66B2-0010-4570-9958-51DE6D7C89F7}" type="pres">
      <dgm:prSet presAssocID="{8BA10A26-D635-4240-999C-98A828E747C0}" presName="spaceRect" presStyleCnt="0"/>
      <dgm:spPr/>
    </dgm:pt>
    <dgm:pt modelId="{7E4CD066-5001-409E-86F4-BFA9E9621805}" type="pres">
      <dgm:prSet presAssocID="{8BA10A26-D635-4240-999C-98A828E747C0}" presName="textRect" presStyleLbl="revTx" presStyleIdx="0" presStyleCnt="6">
        <dgm:presLayoutVars>
          <dgm:chMax val="1"/>
          <dgm:chPref val="1"/>
        </dgm:presLayoutVars>
      </dgm:prSet>
      <dgm:spPr/>
    </dgm:pt>
    <dgm:pt modelId="{615B8D24-25D4-4C6C-80DE-C789328A99B9}" type="pres">
      <dgm:prSet presAssocID="{982B05DD-5999-4D9C-AC00-3C702136A4A8}" presName="sibTrans" presStyleCnt="0"/>
      <dgm:spPr/>
    </dgm:pt>
    <dgm:pt modelId="{CF897AFC-5042-46EA-9CED-EB8F42FD35FC}" type="pres">
      <dgm:prSet presAssocID="{07D9C24E-860C-4C5E-AABC-2BCE341C2A22}" presName="compNode" presStyleCnt="0"/>
      <dgm:spPr/>
    </dgm:pt>
    <dgm:pt modelId="{E672F1ED-93CD-490B-92B7-746F63536ABF}" type="pres">
      <dgm:prSet presAssocID="{07D9C24E-860C-4C5E-AABC-2BCE341C2A22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6E03AB2-3A97-436E-8D20-B5E35B76CA6A}" type="pres">
      <dgm:prSet presAssocID="{07D9C24E-860C-4C5E-AABC-2BCE341C2A2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and chairs"/>
        </a:ext>
      </dgm:extLst>
    </dgm:pt>
    <dgm:pt modelId="{18C51E0D-FC81-4122-AB74-A755D11B9F67}" type="pres">
      <dgm:prSet presAssocID="{07D9C24E-860C-4C5E-AABC-2BCE341C2A22}" presName="spaceRect" presStyleCnt="0"/>
      <dgm:spPr/>
    </dgm:pt>
    <dgm:pt modelId="{C076B1C0-9498-4ACC-A178-2E2C17FBD866}" type="pres">
      <dgm:prSet presAssocID="{07D9C24E-860C-4C5E-AABC-2BCE341C2A22}" presName="textRect" presStyleLbl="revTx" presStyleIdx="1" presStyleCnt="6">
        <dgm:presLayoutVars>
          <dgm:chMax val="1"/>
          <dgm:chPref val="1"/>
        </dgm:presLayoutVars>
      </dgm:prSet>
      <dgm:spPr/>
    </dgm:pt>
    <dgm:pt modelId="{E5364980-73AF-409F-BDE9-701593D6002B}" type="pres">
      <dgm:prSet presAssocID="{104EA295-8D19-4F72-B93A-EBEACFD3D80D}" presName="sibTrans" presStyleCnt="0"/>
      <dgm:spPr/>
    </dgm:pt>
    <dgm:pt modelId="{ECAD7FC1-F7FA-4DDA-A196-4A9EA8D4C8B1}" type="pres">
      <dgm:prSet presAssocID="{E1C4FCDF-64E1-4B13-B1B1-807344E188F2}" presName="compNode" presStyleCnt="0"/>
      <dgm:spPr/>
    </dgm:pt>
    <dgm:pt modelId="{56C0A851-9238-41BD-9337-C06BAEAE625A}" type="pres">
      <dgm:prSet presAssocID="{E1C4FCDF-64E1-4B13-B1B1-807344E188F2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9F8ACEB-7771-45E2-91EF-AB6EA7951896}" type="pres">
      <dgm:prSet presAssocID="{E1C4FCDF-64E1-4B13-B1B1-807344E188F2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E14B9C70-100E-46D8-A6FF-3D19941666EA}" type="pres">
      <dgm:prSet presAssocID="{E1C4FCDF-64E1-4B13-B1B1-807344E188F2}" presName="spaceRect" presStyleCnt="0"/>
      <dgm:spPr/>
    </dgm:pt>
    <dgm:pt modelId="{9F5EB66D-6698-4639-B368-55749B2AC41C}" type="pres">
      <dgm:prSet presAssocID="{E1C4FCDF-64E1-4B13-B1B1-807344E188F2}" presName="textRect" presStyleLbl="revTx" presStyleIdx="2" presStyleCnt="6">
        <dgm:presLayoutVars>
          <dgm:chMax val="1"/>
          <dgm:chPref val="1"/>
        </dgm:presLayoutVars>
      </dgm:prSet>
      <dgm:spPr/>
    </dgm:pt>
    <dgm:pt modelId="{4343DF0A-BFD5-47ED-9420-649E873CF4D9}" type="pres">
      <dgm:prSet presAssocID="{4EB8265D-7C73-4483-87F2-901B864433B3}" presName="sibTrans" presStyleCnt="0"/>
      <dgm:spPr/>
    </dgm:pt>
    <dgm:pt modelId="{87AF9DD5-EF51-4A16-A63C-7D9DD55B7EEB}" type="pres">
      <dgm:prSet presAssocID="{2C53D70D-5E3C-47BB-A939-9DD298936F14}" presName="compNode" presStyleCnt="0"/>
      <dgm:spPr/>
    </dgm:pt>
    <dgm:pt modelId="{8D71E5C2-433F-4F20-B04A-13F28D5C3D65}" type="pres">
      <dgm:prSet presAssocID="{2C53D70D-5E3C-47BB-A939-9DD298936F14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5436571-A43A-4FBC-8A78-591A3B197A18}" type="pres">
      <dgm:prSet presAssocID="{2C53D70D-5E3C-47BB-A939-9DD298936F1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4FC08DB-AB06-40E6-BB5F-B9A75DAF568E}" type="pres">
      <dgm:prSet presAssocID="{2C53D70D-5E3C-47BB-A939-9DD298936F14}" presName="spaceRect" presStyleCnt="0"/>
      <dgm:spPr/>
    </dgm:pt>
    <dgm:pt modelId="{C2599EBF-460A-4813-8176-4F47DEB8FD94}" type="pres">
      <dgm:prSet presAssocID="{2C53D70D-5E3C-47BB-A939-9DD298936F14}" presName="textRect" presStyleLbl="revTx" presStyleIdx="3" presStyleCnt="6">
        <dgm:presLayoutVars>
          <dgm:chMax val="1"/>
          <dgm:chPref val="1"/>
        </dgm:presLayoutVars>
      </dgm:prSet>
      <dgm:spPr/>
    </dgm:pt>
    <dgm:pt modelId="{598263B1-B1CE-4FF0-9562-73A9C5D0060F}" type="pres">
      <dgm:prSet presAssocID="{F204E574-9772-4CAC-BC9E-991D1EF8657C}" presName="sibTrans" presStyleCnt="0"/>
      <dgm:spPr/>
    </dgm:pt>
    <dgm:pt modelId="{527302E5-B7EB-44B3-99C8-B2A98507E323}" type="pres">
      <dgm:prSet presAssocID="{6F328815-A553-4C63-A862-8E0B4A253977}" presName="compNode" presStyleCnt="0"/>
      <dgm:spPr/>
    </dgm:pt>
    <dgm:pt modelId="{A126BB8F-5C47-4779-9127-2AC1C69D4820}" type="pres">
      <dgm:prSet presAssocID="{6F328815-A553-4C63-A862-8E0B4A253977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05D5B85-1C91-4FBE-B9D1-82D632B953E7}" type="pres">
      <dgm:prSet presAssocID="{6F328815-A553-4C63-A862-8E0B4A25397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1FDE895-6497-4C9E-BCE5-A76AC404F968}" type="pres">
      <dgm:prSet presAssocID="{6F328815-A553-4C63-A862-8E0B4A253977}" presName="spaceRect" presStyleCnt="0"/>
      <dgm:spPr/>
    </dgm:pt>
    <dgm:pt modelId="{F77489DC-DCE0-47A9-BAEE-72E9F1DD1FFB}" type="pres">
      <dgm:prSet presAssocID="{6F328815-A553-4C63-A862-8E0B4A253977}" presName="textRect" presStyleLbl="revTx" presStyleIdx="4" presStyleCnt="6">
        <dgm:presLayoutVars>
          <dgm:chMax val="1"/>
          <dgm:chPref val="1"/>
        </dgm:presLayoutVars>
      </dgm:prSet>
      <dgm:spPr/>
    </dgm:pt>
    <dgm:pt modelId="{32B603DC-F899-41A4-B2AE-B779074161A0}" type="pres">
      <dgm:prSet presAssocID="{F65112A5-F895-4397-AB19-069F3CA24904}" presName="sibTrans" presStyleCnt="0"/>
      <dgm:spPr/>
    </dgm:pt>
    <dgm:pt modelId="{3100AD9F-110D-4533-A2E5-9C8EDD2FD4E6}" type="pres">
      <dgm:prSet presAssocID="{F7ADCD2F-FD2E-49FC-B7F4-BD7138BC52C5}" presName="compNode" presStyleCnt="0"/>
      <dgm:spPr/>
    </dgm:pt>
    <dgm:pt modelId="{A895DE45-190F-4575-9B97-E7C840B9BE4D}" type="pres">
      <dgm:prSet presAssocID="{F7ADCD2F-FD2E-49FC-B7F4-BD7138BC52C5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6BBE0E0-0B5D-4DA0-A537-A6272E15461E}" type="pres">
      <dgm:prSet presAssocID="{F7ADCD2F-FD2E-49FC-B7F4-BD7138BC52C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7B88F7A-A1CB-4103-8DA7-30E4D35D7DF4}" type="pres">
      <dgm:prSet presAssocID="{F7ADCD2F-FD2E-49FC-B7F4-BD7138BC52C5}" presName="spaceRect" presStyleCnt="0"/>
      <dgm:spPr/>
    </dgm:pt>
    <dgm:pt modelId="{40067437-63DB-4CA8-978C-F393DAD1299F}" type="pres">
      <dgm:prSet presAssocID="{F7ADCD2F-FD2E-49FC-B7F4-BD7138BC52C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9F5C32E-90F5-4C23-B3A1-C0E032F460F8}" type="presOf" srcId="{6F328815-A553-4C63-A862-8E0B4A253977}" destId="{F77489DC-DCE0-47A9-BAEE-72E9F1DD1FFB}" srcOrd="0" destOrd="0" presId="urn:microsoft.com/office/officeart/2018/5/layout/IconLeafLabelList"/>
    <dgm:cxn modelId="{E66C9D6A-BABD-4F5E-BF8A-1F99C2B2AAE6}" srcId="{A6D5436F-06E2-404B-912D-D306A0E2262E}" destId="{2C53D70D-5E3C-47BB-A939-9DD298936F14}" srcOrd="3" destOrd="0" parTransId="{AE376BD5-65B3-494B-B324-E99FBD472A66}" sibTransId="{F204E574-9772-4CAC-BC9E-991D1EF8657C}"/>
    <dgm:cxn modelId="{35E90A6E-CC24-4F90-879E-AC880E6584A9}" srcId="{A6D5436F-06E2-404B-912D-D306A0E2262E}" destId="{F7ADCD2F-FD2E-49FC-B7F4-BD7138BC52C5}" srcOrd="5" destOrd="0" parTransId="{AB7270AE-8A7C-46A6-A5C8-E297657FDF96}" sibTransId="{1BAC09EF-B211-4275-A458-535932F9D10D}"/>
    <dgm:cxn modelId="{6840B556-AD47-41DA-A400-4F731010C5BD}" type="presOf" srcId="{8BA10A26-D635-4240-999C-98A828E747C0}" destId="{7E4CD066-5001-409E-86F4-BFA9E9621805}" srcOrd="0" destOrd="0" presId="urn:microsoft.com/office/officeart/2018/5/layout/IconLeafLabelList"/>
    <dgm:cxn modelId="{4A18D356-D940-45E4-AB4B-A3386A3375D9}" srcId="{A6D5436F-06E2-404B-912D-D306A0E2262E}" destId="{07D9C24E-860C-4C5E-AABC-2BCE341C2A22}" srcOrd="1" destOrd="0" parTransId="{C19008F8-818B-47E7-90CC-863B92E3BB43}" sibTransId="{104EA295-8D19-4F72-B93A-EBEACFD3D80D}"/>
    <dgm:cxn modelId="{146F1A87-20AA-4A71-B941-EDD68C8DDC8B}" srcId="{A6D5436F-06E2-404B-912D-D306A0E2262E}" destId="{8BA10A26-D635-4240-999C-98A828E747C0}" srcOrd="0" destOrd="0" parTransId="{D206435E-C54A-4741-946E-E4659804178B}" sibTransId="{982B05DD-5999-4D9C-AC00-3C702136A4A8}"/>
    <dgm:cxn modelId="{DC063D8B-3891-4997-998F-98907746288A}" type="presOf" srcId="{E1C4FCDF-64E1-4B13-B1B1-807344E188F2}" destId="{9F5EB66D-6698-4639-B368-55749B2AC41C}" srcOrd="0" destOrd="0" presId="urn:microsoft.com/office/officeart/2018/5/layout/IconLeafLabelList"/>
    <dgm:cxn modelId="{81EDBB97-4F43-423C-8C2D-B41F74D66BA5}" type="presOf" srcId="{F7ADCD2F-FD2E-49FC-B7F4-BD7138BC52C5}" destId="{40067437-63DB-4CA8-978C-F393DAD1299F}" srcOrd="0" destOrd="0" presId="urn:microsoft.com/office/officeart/2018/5/layout/IconLeafLabelList"/>
    <dgm:cxn modelId="{4CBFB8AD-17D5-41D7-A5B5-DB8F2BA3530A}" type="presOf" srcId="{A6D5436F-06E2-404B-912D-D306A0E2262E}" destId="{44347272-8E0B-4253-9F80-7F3304C6FDE1}" srcOrd="0" destOrd="0" presId="urn:microsoft.com/office/officeart/2018/5/layout/IconLeafLabelList"/>
    <dgm:cxn modelId="{61E701DC-124B-4B9D-92EC-AD5E3A993E49}" srcId="{A6D5436F-06E2-404B-912D-D306A0E2262E}" destId="{6F328815-A553-4C63-A862-8E0B4A253977}" srcOrd="4" destOrd="0" parTransId="{7B2F4E7D-12E5-4AA0-AC94-3C0AD8C91F8E}" sibTransId="{F65112A5-F895-4397-AB19-069F3CA24904}"/>
    <dgm:cxn modelId="{B79659DF-CB2F-42C9-8CF8-93FECA582ABC}" type="presOf" srcId="{07D9C24E-860C-4C5E-AABC-2BCE341C2A22}" destId="{C076B1C0-9498-4ACC-A178-2E2C17FBD866}" srcOrd="0" destOrd="0" presId="urn:microsoft.com/office/officeart/2018/5/layout/IconLeafLabelList"/>
    <dgm:cxn modelId="{3666BAE5-D813-41AE-86EC-DDD3C19BEED5}" type="presOf" srcId="{2C53D70D-5E3C-47BB-A939-9DD298936F14}" destId="{C2599EBF-460A-4813-8176-4F47DEB8FD94}" srcOrd="0" destOrd="0" presId="urn:microsoft.com/office/officeart/2018/5/layout/IconLeafLabelList"/>
    <dgm:cxn modelId="{BC20E5F0-0EE9-4CB4-A6AD-A4D3F658E682}" srcId="{A6D5436F-06E2-404B-912D-D306A0E2262E}" destId="{E1C4FCDF-64E1-4B13-B1B1-807344E188F2}" srcOrd="2" destOrd="0" parTransId="{43413A88-F976-40CB-A831-C91C2A47D9E7}" sibTransId="{4EB8265D-7C73-4483-87F2-901B864433B3}"/>
    <dgm:cxn modelId="{073AB79F-478E-4129-A124-2645C54BC48C}" type="presParOf" srcId="{44347272-8E0B-4253-9F80-7F3304C6FDE1}" destId="{220F08D7-A945-4A54-BC17-1D02A144329D}" srcOrd="0" destOrd="0" presId="urn:microsoft.com/office/officeart/2018/5/layout/IconLeafLabelList"/>
    <dgm:cxn modelId="{68A5AC8A-2EAD-430F-9B2B-9B10A8D1FCFA}" type="presParOf" srcId="{220F08D7-A945-4A54-BC17-1D02A144329D}" destId="{0AA03DFF-14FA-47BD-B80B-D0B0D64A2C43}" srcOrd="0" destOrd="0" presId="urn:microsoft.com/office/officeart/2018/5/layout/IconLeafLabelList"/>
    <dgm:cxn modelId="{90A25FBF-5D72-490C-8913-E70160081A0E}" type="presParOf" srcId="{220F08D7-A945-4A54-BC17-1D02A144329D}" destId="{294B3377-50D7-4447-A117-9F6E30C297DC}" srcOrd="1" destOrd="0" presId="urn:microsoft.com/office/officeart/2018/5/layout/IconLeafLabelList"/>
    <dgm:cxn modelId="{76070A5E-1AE8-442D-BE7F-7CBA3CE5AF8C}" type="presParOf" srcId="{220F08D7-A945-4A54-BC17-1D02A144329D}" destId="{AFFB66B2-0010-4570-9958-51DE6D7C89F7}" srcOrd="2" destOrd="0" presId="urn:microsoft.com/office/officeart/2018/5/layout/IconLeafLabelList"/>
    <dgm:cxn modelId="{C5CA63B7-EC53-4B34-B52A-0ECC3DD9453F}" type="presParOf" srcId="{220F08D7-A945-4A54-BC17-1D02A144329D}" destId="{7E4CD066-5001-409E-86F4-BFA9E9621805}" srcOrd="3" destOrd="0" presId="urn:microsoft.com/office/officeart/2018/5/layout/IconLeafLabelList"/>
    <dgm:cxn modelId="{EF35C9F6-E0D6-4F98-9207-E0B6BDA881ED}" type="presParOf" srcId="{44347272-8E0B-4253-9F80-7F3304C6FDE1}" destId="{615B8D24-25D4-4C6C-80DE-C789328A99B9}" srcOrd="1" destOrd="0" presId="urn:microsoft.com/office/officeart/2018/5/layout/IconLeafLabelList"/>
    <dgm:cxn modelId="{B436C942-DB9A-453C-AF4C-B510E4F542D8}" type="presParOf" srcId="{44347272-8E0B-4253-9F80-7F3304C6FDE1}" destId="{CF897AFC-5042-46EA-9CED-EB8F42FD35FC}" srcOrd="2" destOrd="0" presId="urn:microsoft.com/office/officeart/2018/5/layout/IconLeafLabelList"/>
    <dgm:cxn modelId="{157D3897-EA56-4D7A-A87A-D0C6DC6A863D}" type="presParOf" srcId="{CF897AFC-5042-46EA-9CED-EB8F42FD35FC}" destId="{E672F1ED-93CD-490B-92B7-746F63536ABF}" srcOrd="0" destOrd="0" presId="urn:microsoft.com/office/officeart/2018/5/layout/IconLeafLabelList"/>
    <dgm:cxn modelId="{19261283-B658-49F2-9440-7FB638D5DE73}" type="presParOf" srcId="{CF897AFC-5042-46EA-9CED-EB8F42FD35FC}" destId="{56E03AB2-3A97-436E-8D20-B5E35B76CA6A}" srcOrd="1" destOrd="0" presId="urn:microsoft.com/office/officeart/2018/5/layout/IconLeafLabelList"/>
    <dgm:cxn modelId="{764635FF-F031-4BAF-801B-D926E941D75A}" type="presParOf" srcId="{CF897AFC-5042-46EA-9CED-EB8F42FD35FC}" destId="{18C51E0D-FC81-4122-AB74-A755D11B9F67}" srcOrd="2" destOrd="0" presId="urn:microsoft.com/office/officeart/2018/5/layout/IconLeafLabelList"/>
    <dgm:cxn modelId="{AC1DCD96-6E4F-4460-B1CF-5807F8FC8ADA}" type="presParOf" srcId="{CF897AFC-5042-46EA-9CED-EB8F42FD35FC}" destId="{C076B1C0-9498-4ACC-A178-2E2C17FBD866}" srcOrd="3" destOrd="0" presId="urn:microsoft.com/office/officeart/2018/5/layout/IconLeafLabelList"/>
    <dgm:cxn modelId="{92DFE773-AF81-427F-AE51-B6C8DC7615AF}" type="presParOf" srcId="{44347272-8E0B-4253-9F80-7F3304C6FDE1}" destId="{E5364980-73AF-409F-BDE9-701593D6002B}" srcOrd="3" destOrd="0" presId="urn:microsoft.com/office/officeart/2018/5/layout/IconLeafLabelList"/>
    <dgm:cxn modelId="{7B28DBCD-285A-406A-800C-F4B44FC2FFC3}" type="presParOf" srcId="{44347272-8E0B-4253-9F80-7F3304C6FDE1}" destId="{ECAD7FC1-F7FA-4DDA-A196-4A9EA8D4C8B1}" srcOrd="4" destOrd="0" presId="urn:microsoft.com/office/officeart/2018/5/layout/IconLeafLabelList"/>
    <dgm:cxn modelId="{AD62B3C7-1753-4E32-B04D-8E009FC5399A}" type="presParOf" srcId="{ECAD7FC1-F7FA-4DDA-A196-4A9EA8D4C8B1}" destId="{56C0A851-9238-41BD-9337-C06BAEAE625A}" srcOrd="0" destOrd="0" presId="urn:microsoft.com/office/officeart/2018/5/layout/IconLeafLabelList"/>
    <dgm:cxn modelId="{27B97995-C729-4B0A-9948-0270DEF6FB6E}" type="presParOf" srcId="{ECAD7FC1-F7FA-4DDA-A196-4A9EA8D4C8B1}" destId="{C9F8ACEB-7771-45E2-91EF-AB6EA7951896}" srcOrd="1" destOrd="0" presId="urn:microsoft.com/office/officeart/2018/5/layout/IconLeafLabelList"/>
    <dgm:cxn modelId="{DC5CC6AE-E7D2-4072-811D-A9FE863E1857}" type="presParOf" srcId="{ECAD7FC1-F7FA-4DDA-A196-4A9EA8D4C8B1}" destId="{E14B9C70-100E-46D8-A6FF-3D19941666EA}" srcOrd="2" destOrd="0" presId="urn:microsoft.com/office/officeart/2018/5/layout/IconLeafLabelList"/>
    <dgm:cxn modelId="{D4AFE877-97A0-4B37-9670-CF27634CF427}" type="presParOf" srcId="{ECAD7FC1-F7FA-4DDA-A196-4A9EA8D4C8B1}" destId="{9F5EB66D-6698-4639-B368-55749B2AC41C}" srcOrd="3" destOrd="0" presId="urn:microsoft.com/office/officeart/2018/5/layout/IconLeafLabelList"/>
    <dgm:cxn modelId="{B0635B86-6C59-4CA9-A8D5-D468C705437C}" type="presParOf" srcId="{44347272-8E0B-4253-9F80-7F3304C6FDE1}" destId="{4343DF0A-BFD5-47ED-9420-649E873CF4D9}" srcOrd="5" destOrd="0" presId="urn:microsoft.com/office/officeart/2018/5/layout/IconLeafLabelList"/>
    <dgm:cxn modelId="{B9D4BD93-9462-4ADD-9E2D-8A7D3B913C5F}" type="presParOf" srcId="{44347272-8E0B-4253-9F80-7F3304C6FDE1}" destId="{87AF9DD5-EF51-4A16-A63C-7D9DD55B7EEB}" srcOrd="6" destOrd="0" presId="urn:microsoft.com/office/officeart/2018/5/layout/IconLeafLabelList"/>
    <dgm:cxn modelId="{6CF54EB7-3A62-4EBF-AB59-2662319AC952}" type="presParOf" srcId="{87AF9DD5-EF51-4A16-A63C-7D9DD55B7EEB}" destId="{8D71E5C2-433F-4F20-B04A-13F28D5C3D65}" srcOrd="0" destOrd="0" presId="urn:microsoft.com/office/officeart/2018/5/layout/IconLeafLabelList"/>
    <dgm:cxn modelId="{399C3D65-2267-476F-BF82-3FE13F23E319}" type="presParOf" srcId="{87AF9DD5-EF51-4A16-A63C-7D9DD55B7EEB}" destId="{F5436571-A43A-4FBC-8A78-591A3B197A18}" srcOrd="1" destOrd="0" presId="urn:microsoft.com/office/officeart/2018/5/layout/IconLeafLabelList"/>
    <dgm:cxn modelId="{8C445535-BEF0-4A16-A9E0-E8DE8B35E09E}" type="presParOf" srcId="{87AF9DD5-EF51-4A16-A63C-7D9DD55B7EEB}" destId="{74FC08DB-AB06-40E6-BB5F-B9A75DAF568E}" srcOrd="2" destOrd="0" presId="urn:microsoft.com/office/officeart/2018/5/layout/IconLeafLabelList"/>
    <dgm:cxn modelId="{9F25BE09-972E-4B2F-9189-A0A5A1B6EF6D}" type="presParOf" srcId="{87AF9DD5-EF51-4A16-A63C-7D9DD55B7EEB}" destId="{C2599EBF-460A-4813-8176-4F47DEB8FD94}" srcOrd="3" destOrd="0" presId="urn:microsoft.com/office/officeart/2018/5/layout/IconLeafLabelList"/>
    <dgm:cxn modelId="{4C1825FA-154B-4AA1-8C74-2B4A1928A614}" type="presParOf" srcId="{44347272-8E0B-4253-9F80-7F3304C6FDE1}" destId="{598263B1-B1CE-4FF0-9562-73A9C5D0060F}" srcOrd="7" destOrd="0" presId="urn:microsoft.com/office/officeart/2018/5/layout/IconLeafLabelList"/>
    <dgm:cxn modelId="{4AAD9379-D95B-4764-8FB1-49A61480EFDE}" type="presParOf" srcId="{44347272-8E0B-4253-9F80-7F3304C6FDE1}" destId="{527302E5-B7EB-44B3-99C8-B2A98507E323}" srcOrd="8" destOrd="0" presId="urn:microsoft.com/office/officeart/2018/5/layout/IconLeafLabelList"/>
    <dgm:cxn modelId="{A5DA9B38-CAD1-4722-A230-6BD8B18F0178}" type="presParOf" srcId="{527302E5-B7EB-44B3-99C8-B2A98507E323}" destId="{A126BB8F-5C47-4779-9127-2AC1C69D4820}" srcOrd="0" destOrd="0" presId="urn:microsoft.com/office/officeart/2018/5/layout/IconLeafLabelList"/>
    <dgm:cxn modelId="{9FD4C712-236F-46FE-A03F-0DCF4E9276D4}" type="presParOf" srcId="{527302E5-B7EB-44B3-99C8-B2A98507E323}" destId="{F05D5B85-1C91-4FBE-B9D1-82D632B953E7}" srcOrd="1" destOrd="0" presId="urn:microsoft.com/office/officeart/2018/5/layout/IconLeafLabelList"/>
    <dgm:cxn modelId="{3BBE2AE0-2D3B-45B8-BBD1-4E519ABFDF75}" type="presParOf" srcId="{527302E5-B7EB-44B3-99C8-B2A98507E323}" destId="{21FDE895-6497-4C9E-BCE5-A76AC404F968}" srcOrd="2" destOrd="0" presId="urn:microsoft.com/office/officeart/2018/5/layout/IconLeafLabelList"/>
    <dgm:cxn modelId="{66B04491-AFC9-4ED3-BC9A-1F0FEA774009}" type="presParOf" srcId="{527302E5-B7EB-44B3-99C8-B2A98507E323}" destId="{F77489DC-DCE0-47A9-BAEE-72E9F1DD1FFB}" srcOrd="3" destOrd="0" presId="urn:microsoft.com/office/officeart/2018/5/layout/IconLeafLabelList"/>
    <dgm:cxn modelId="{709FDA1A-4384-4305-81C8-B19756A7FCA5}" type="presParOf" srcId="{44347272-8E0B-4253-9F80-7F3304C6FDE1}" destId="{32B603DC-F899-41A4-B2AE-B779074161A0}" srcOrd="9" destOrd="0" presId="urn:microsoft.com/office/officeart/2018/5/layout/IconLeafLabelList"/>
    <dgm:cxn modelId="{2402B76E-0D67-4516-9BC8-34832EB259B1}" type="presParOf" srcId="{44347272-8E0B-4253-9F80-7F3304C6FDE1}" destId="{3100AD9F-110D-4533-A2E5-9C8EDD2FD4E6}" srcOrd="10" destOrd="0" presId="urn:microsoft.com/office/officeart/2018/5/layout/IconLeafLabelList"/>
    <dgm:cxn modelId="{FC4452C2-0782-4EB2-A5C2-6F8224017C20}" type="presParOf" srcId="{3100AD9F-110D-4533-A2E5-9C8EDD2FD4E6}" destId="{A895DE45-190F-4575-9B97-E7C840B9BE4D}" srcOrd="0" destOrd="0" presId="urn:microsoft.com/office/officeart/2018/5/layout/IconLeafLabelList"/>
    <dgm:cxn modelId="{AE3D7064-76B9-4F59-AAD9-4F75FDE9CA21}" type="presParOf" srcId="{3100AD9F-110D-4533-A2E5-9C8EDD2FD4E6}" destId="{C6BBE0E0-0B5D-4DA0-A537-A6272E15461E}" srcOrd="1" destOrd="0" presId="urn:microsoft.com/office/officeart/2018/5/layout/IconLeafLabelList"/>
    <dgm:cxn modelId="{8EFD6CB2-C166-4E70-A044-9C057CBA5B27}" type="presParOf" srcId="{3100AD9F-110D-4533-A2E5-9C8EDD2FD4E6}" destId="{C7B88F7A-A1CB-4103-8DA7-30E4D35D7DF4}" srcOrd="2" destOrd="0" presId="urn:microsoft.com/office/officeart/2018/5/layout/IconLeafLabelList"/>
    <dgm:cxn modelId="{4A185480-DC00-459E-9753-8F9DF5BED8FB}" type="presParOf" srcId="{3100AD9F-110D-4533-A2E5-9C8EDD2FD4E6}" destId="{40067437-63DB-4CA8-978C-F393DAD1299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03DFF-14FA-47BD-B80B-D0B0D64A2C43}">
      <dsp:nvSpPr>
        <dsp:cNvPr id="0" name=""/>
        <dsp:cNvSpPr/>
      </dsp:nvSpPr>
      <dsp:spPr>
        <a:xfrm>
          <a:off x="311379" y="309061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B3377-50D7-4447-A117-9F6E30C297DC}">
      <dsp:nvSpPr>
        <dsp:cNvPr id="0" name=""/>
        <dsp:cNvSpPr/>
      </dsp:nvSpPr>
      <dsp:spPr>
        <a:xfrm>
          <a:off x="517957" y="515639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CD066-5001-409E-86F4-BFA9E9621805}">
      <dsp:nvSpPr>
        <dsp:cNvPr id="0" name=""/>
        <dsp:cNvSpPr/>
      </dsp:nvSpPr>
      <dsp:spPr>
        <a:xfrm>
          <a:off x="1512" y="1580311"/>
          <a:ext cx="1589062" cy="180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Each group needs to write CO statements to map all 12 PO and WK</a:t>
          </a:r>
        </a:p>
      </dsp:txBody>
      <dsp:txXfrm>
        <a:off x="1512" y="1580311"/>
        <a:ext cx="1589062" cy="1800032"/>
      </dsp:txXfrm>
    </dsp:sp>
    <dsp:sp modelId="{E672F1ED-93CD-490B-92B7-746F63536ABF}">
      <dsp:nvSpPr>
        <dsp:cNvPr id="0" name=""/>
        <dsp:cNvSpPr/>
      </dsp:nvSpPr>
      <dsp:spPr>
        <a:xfrm>
          <a:off x="2178527" y="309061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E03AB2-3A97-436E-8D20-B5E35B76CA6A}">
      <dsp:nvSpPr>
        <dsp:cNvPr id="0" name=""/>
        <dsp:cNvSpPr/>
      </dsp:nvSpPr>
      <dsp:spPr>
        <a:xfrm>
          <a:off x="2385105" y="515639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6B1C0-9498-4ACC-A178-2E2C17FBD866}">
      <dsp:nvSpPr>
        <dsp:cNvPr id="0" name=""/>
        <dsp:cNvSpPr/>
      </dsp:nvSpPr>
      <dsp:spPr>
        <a:xfrm>
          <a:off x="1868660" y="1580311"/>
          <a:ext cx="1589062" cy="180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Prepare a table showing CO-PO-WK-BLOOM’S Taxonomy mapping</a:t>
          </a:r>
        </a:p>
      </dsp:txBody>
      <dsp:txXfrm>
        <a:off x="1868660" y="1580311"/>
        <a:ext cx="1589062" cy="1800032"/>
      </dsp:txXfrm>
    </dsp:sp>
    <dsp:sp modelId="{56C0A851-9238-41BD-9337-C06BAEAE625A}">
      <dsp:nvSpPr>
        <dsp:cNvPr id="0" name=""/>
        <dsp:cNvSpPr/>
      </dsp:nvSpPr>
      <dsp:spPr>
        <a:xfrm>
          <a:off x="4045676" y="309061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F8ACEB-7771-45E2-91EF-AB6EA7951896}">
      <dsp:nvSpPr>
        <dsp:cNvPr id="0" name=""/>
        <dsp:cNvSpPr/>
      </dsp:nvSpPr>
      <dsp:spPr>
        <a:xfrm>
          <a:off x="4252254" y="515639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EB66D-6698-4639-B368-55749B2AC41C}">
      <dsp:nvSpPr>
        <dsp:cNvPr id="0" name=""/>
        <dsp:cNvSpPr/>
      </dsp:nvSpPr>
      <dsp:spPr>
        <a:xfrm>
          <a:off x="3735809" y="1580311"/>
          <a:ext cx="1589062" cy="180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Please use the courses from your own curriculum</a:t>
          </a:r>
        </a:p>
      </dsp:txBody>
      <dsp:txXfrm>
        <a:off x="3735809" y="1580311"/>
        <a:ext cx="1589062" cy="1800032"/>
      </dsp:txXfrm>
    </dsp:sp>
    <dsp:sp modelId="{8D71E5C2-433F-4F20-B04A-13F28D5C3D65}">
      <dsp:nvSpPr>
        <dsp:cNvPr id="0" name=""/>
        <dsp:cNvSpPr/>
      </dsp:nvSpPr>
      <dsp:spPr>
        <a:xfrm>
          <a:off x="5912824" y="309061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36571-A43A-4FBC-8A78-591A3B197A18}">
      <dsp:nvSpPr>
        <dsp:cNvPr id="0" name=""/>
        <dsp:cNvSpPr/>
      </dsp:nvSpPr>
      <dsp:spPr>
        <a:xfrm>
          <a:off x="6119402" y="515639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99EBF-460A-4813-8176-4F47DEB8FD94}">
      <dsp:nvSpPr>
        <dsp:cNvPr id="0" name=""/>
        <dsp:cNvSpPr/>
      </dsp:nvSpPr>
      <dsp:spPr>
        <a:xfrm>
          <a:off x="5602957" y="1580311"/>
          <a:ext cx="1589062" cy="180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Please do not just use the CO already written and mapped in your curriculum</a:t>
          </a:r>
        </a:p>
      </dsp:txBody>
      <dsp:txXfrm>
        <a:off x="5602957" y="1580311"/>
        <a:ext cx="1589062" cy="1800032"/>
      </dsp:txXfrm>
    </dsp:sp>
    <dsp:sp modelId="{A126BB8F-5C47-4779-9127-2AC1C69D4820}">
      <dsp:nvSpPr>
        <dsp:cNvPr id="0" name=""/>
        <dsp:cNvSpPr/>
      </dsp:nvSpPr>
      <dsp:spPr>
        <a:xfrm>
          <a:off x="7779973" y="309061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D5B85-1C91-4FBE-B9D1-82D632B953E7}">
      <dsp:nvSpPr>
        <dsp:cNvPr id="0" name=""/>
        <dsp:cNvSpPr/>
      </dsp:nvSpPr>
      <dsp:spPr>
        <a:xfrm>
          <a:off x="7986551" y="515639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489DC-DCE0-47A9-BAEE-72E9F1DD1FFB}">
      <dsp:nvSpPr>
        <dsp:cNvPr id="0" name=""/>
        <dsp:cNvSpPr/>
      </dsp:nvSpPr>
      <dsp:spPr>
        <a:xfrm>
          <a:off x="7470105" y="1580311"/>
          <a:ext cx="1589062" cy="180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Please prepare the course by yourselves. You are cordially discouraged to use AI just for today</a:t>
          </a:r>
        </a:p>
      </dsp:txBody>
      <dsp:txXfrm>
        <a:off x="7470105" y="1580311"/>
        <a:ext cx="1589062" cy="1800032"/>
      </dsp:txXfrm>
    </dsp:sp>
    <dsp:sp modelId="{A895DE45-190F-4575-9B97-E7C840B9BE4D}">
      <dsp:nvSpPr>
        <dsp:cNvPr id="0" name=""/>
        <dsp:cNvSpPr/>
      </dsp:nvSpPr>
      <dsp:spPr>
        <a:xfrm>
          <a:off x="9647121" y="309061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BE0E0-0B5D-4DA0-A537-A6272E15461E}">
      <dsp:nvSpPr>
        <dsp:cNvPr id="0" name=""/>
        <dsp:cNvSpPr/>
      </dsp:nvSpPr>
      <dsp:spPr>
        <a:xfrm>
          <a:off x="9853699" y="515639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67437-63DB-4CA8-978C-F393DAD1299F}">
      <dsp:nvSpPr>
        <dsp:cNvPr id="0" name=""/>
        <dsp:cNvSpPr/>
      </dsp:nvSpPr>
      <dsp:spPr>
        <a:xfrm>
          <a:off x="9337254" y="1580311"/>
          <a:ext cx="1589062" cy="180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You are all requested to participate equally in this activity.  </a:t>
          </a:r>
        </a:p>
      </dsp:txBody>
      <dsp:txXfrm>
        <a:off x="9337254" y="1580311"/>
        <a:ext cx="1589062" cy="1800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CD2A-EC95-F929-8E14-28136A73E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A07FA-BE46-0CB8-8228-C9A1CE603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B478D-AEC3-40A0-DBE5-37B67FEE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D95A5-B50D-C707-1FF0-B919F28E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FE88B-BB9D-EFA0-8930-D3C219AB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3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1AD0-4D25-72A0-566A-C0C2FC91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4C817-FEBE-7329-720A-AFA475FF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78705-9644-37BD-13A2-759FFABF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7EF8E-7E19-46C8-A652-95B04012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FB42-EE31-BE05-8C97-6DC977A3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6F09-4070-3146-6242-66FD2FF5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4748A-8D60-ECEB-6AA3-761B604FA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20217-9BEE-3FBF-D263-6E20183E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4C03D-DE02-459F-587D-4C299303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16C68-9276-61FB-B0C7-DB304097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71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4BE0-1088-B7FD-B283-FB778258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438DB-0248-BC0F-0867-23D8B45F0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DF869-FE3F-C46D-CA60-1CEEDCEA7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8EED4-31AE-F011-75CE-F9D2B914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AB8C-17EE-59A1-2BE0-F94216DE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059F7-DBAB-8ED6-19CF-0CF893A5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9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F8D6-A2D6-2ACA-539F-35F8EDA3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660D0-2296-289C-BC21-F06D397A2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3852F-BE73-9E4F-ECBD-57EA8F983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573E1-64C2-9EDC-AAD9-0902E8EA1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118AD-8232-A59C-BD27-0A7DF7645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792BB-B75A-AA83-44E2-6E90B4EF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8BFB9-2737-20CE-D543-49350850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FCC37-248C-6879-53F6-4DF43303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03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7A0D-6D51-57B9-0D04-2EAFEF3C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77669-5259-53F7-A1A4-5AD396CE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9D074-6C94-A6DA-D984-D65D23CB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F3921-C0F7-12A8-C922-3722484D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0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082B04-9B54-58BB-C2B5-C3A1AEAE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55119-2DE2-2993-E3AA-7A2B5A10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D27C6-72AD-9A07-D883-C03A0022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0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9637-6F34-A2FE-B4AB-785D7826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35F64-B607-E50A-B339-9C2FB22A1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93A42-CCF0-EC2B-39C0-D19F1DE71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4FEFB-F0EF-75EF-7946-B4966134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B86E8-ECAD-0D54-3CE4-1BF699A8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17724-F3C4-0FF8-4005-8A9BDE59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3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6EA0-5A38-7F41-9D49-031E37F4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F6D165-528E-D0E4-1918-DF73C23FB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49661-FA1D-C500-A446-810C71B4B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CC0F8-F013-1D91-CC35-0D01EA88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54CAC-BF28-7DC5-27D7-B04DD09F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03D89-FF11-9D4C-0E0D-C185F50D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9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5542-1ACA-E9CB-B538-1A60C577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F255F-6F69-C470-9DF2-83160BB7E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CD3A1-14AA-FD80-8B0E-C0A72734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EEB67-A8C3-7BC7-A667-A6E70C97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3C6B1-816B-AEC2-E8E0-07A7D9A2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5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5DB9B-D6E8-7C90-9DDF-0CC85F9DB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C9EE4-5A59-E725-BD48-60F25D345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C8C3B-0FA1-E3EA-A691-E12DD8B5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AA7E3-B9DD-59B6-6272-0EA0371E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33293-E3AD-B554-43B2-401C27C9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0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39338-7C3A-BF4A-D874-5B8D6510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EC811-D7B9-1EB2-52EE-314D86931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2E639-4AD3-B307-E42E-07562CC1D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0C249-83A1-4E20-BA81-4F7AB889BDE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13EEB-5CC9-B689-99B5-1AA042F0E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D9013-631C-0DBF-D221-7E0DBF853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83F8-1C3F-45B2-8E51-95FE765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74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62A5E-6A1C-786D-9213-0AA79FBF2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246" y="3302632"/>
            <a:ext cx="5625625" cy="1487388"/>
          </a:xfrm>
        </p:spPr>
        <p:txBody>
          <a:bodyPr anchor="t">
            <a:normAutofit/>
          </a:bodyPr>
          <a:lstStyle/>
          <a:p>
            <a:pPr algn="l"/>
            <a:r>
              <a:rPr lang="en-US" sz="4800" b="1" dirty="0">
                <a:solidFill>
                  <a:schemeClr val="tx2"/>
                </a:solidFill>
              </a:rPr>
              <a:t>Hands-On Activities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D12EC-69BB-B18E-030C-E5A8B9683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60" y="4046326"/>
            <a:ext cx="965554" cy="404833"/>
          </a:xfrm>
        </p:spPr>
        <p:txBody>
          <a:bodyPr anchor="b">
            <a:normAutofit lnSpcReduction="10000"/>
          </a:bodyPr>
          <a:lstStyle/>
          <a:p>
            <a:pPr algn="l"/>
            <a:r>
              <a:rPr lang="en-US" b="1" dirty="0">
                <a:solidFill>
                  <a:schemeClr val="tx2"/>
                </a:solidFill>
              </a:rPr>
              <a:t>Day 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Cheers">
            <a:extLst>
              <a:ext uri="{FF2B5EF4-FFF2-40B4-BE49-F238E27FC236}">
                <a16:creationId xmlns:a16="http://schemas.microsoft.com/office/drawing/2014/main" id="{E1B4435F-40CE-B185-11C9-EE4CE01FD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889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FB7BB-1AC2-0D15-9E94-815E10E7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Task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FAA22B-F800-138E-95EB-5F935ABCD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642561"/>
              </p:ext>
            </p:extLst>
          </p:nvPr>
        </p:nvGraphicFramePr>
        <p:xfrm>
          <a:off x="632085" y="2448831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8314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DADD8B9-3AE3-64ED-CC77-F0B0412EB9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506876"/>
              </p:ext>
            </p:extLst>
          </p:nvPr>
        </p:nvGraphicFramePr>
        <p:xfrm>
          <a:off x="604683" y="1432334"/>
          <a:ext cx="10982634" cy="3636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784">
                  <a:extLst>
                    <a:ext uri="{9D8B030D-6E8A-4147-A177-3AD203B41FA5}">
                      <a16:colId xmlns:a16="http://schemas.microsoft.com/office/drawing/2014/main" val="3202815398"/>
                    </a:ext>
                  </a:extLst>
                </a:gridCol>
                <a:gridCol w="852836">
                  <a:extLst>
                    <a:ext uri="{9D8B030D-6E8A-4147-A177-3AD203B41FA5}">
                      <a16:colId xmlns:a16="http://schemas.microsoft.com/office/drawing/2014/main" val="2295805144"/>
                    </a:ext>
                  </a:extLst>
                </a:gridCol>
                <a:gridCol w="2840600">
                  <a:extLst>
                    <a:ext uri="{9D8B030D-6E8A-4147-A177-3AD203B41FA5}">
                      <a16:colId xmlns:a16="http://schemas.microsoft.com/office/drawing/2014/main" val="919564401"/>
                    </a:ext>
                  </a:extLst>
                </a:gridCol>
                <a:gridCol w="2080936">
                  <a:extLst>
                    <a:ext uri="{9D8B030D-6E8A-4147-A177-3AD203B41FA5}">
                      <a16:colId xmlns:a16="http://schemas.microsoft.com/office/drawing/2014/main" val="673482239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4229022790"/>
                    </a:ext>
                  </a:extLst>
                </a:gridCol>
                <a:gridCol w="2040194">
                  <a:extLst>
                    <a:ext uri="{9D8B030D-6E8A-4147-A177-3AD203B41FA5}">
                      <a16:colId xmlns:a16="http://schemas.microsoft.com/office/drawing/2014/main" val="2848434515"/>
                    </a:ext>
                  </a:extLst>
                </a:gridCol>
              </a:tblGrid>
              <a:tr h="57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Bloom’s Domain and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Corresponding 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Corresponding WK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315686"/>
                  </a:ext>
                </a:extLst>
              </a:tr>
              <a:tr h="615095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ABC 3201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WK1, WK2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843204"/>
                  </a:ext>
                </a:extLst>
              </a:tr>
              <a:tr h="6150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WK3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608771"/>
                  </a:ext>
                </a:extLst>
              </a:tr>
              <a:tr h="6150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WK4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141926"/>
                  </a:ext>
                </a:extLst>
              </a:tr>
              <a:tr h="575666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ABC 4208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WK5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122064"/>
                  </a:ext>
                </a:extLst>
              </a:tr>
              <a:tr h="57566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PO11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WK8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38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82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FB7E47-2A6E-E721-91EF-F47B5DE0A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362662"/>
              </p:ext>
            </p:extLst>
          </p:nvPr>
        </p:nvGraphicFramePr>
        <p:xfrm>
          <a:off x="353960" y="719666"/>
          <a:ext cx="11523391" cy="420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017">
                  <a:extLst>
                    <a:ext uri="{9D8B030D-6E8A-4147-A177-3AD203B41FA5}">
                      <a16:colId xmlns:a16="http://schemas.microsoft.com/office/drawing/2014/main" val="1103059255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2962608899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3924773532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637170064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3411961751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3984434196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2972117093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924108777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1074899139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1942705348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3968128563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1886654260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4125782007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3470151746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744652702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3709449580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1268107672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2927025947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1507168222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2401822544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3184774941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545630523"/>
                    </a:ext>
                  </a:extLst>
                </a:gridCol>
                <a:gridCol w="501017">
                  <a:extLst>
                    <a:ext uri="{9D8B030D-6E8A-4147-A177-3AD203B41FA5}">
                      <a16:colId xmlns:a16="http://schemas.microsoft.com/office/drawing/2014/main" val="3553413053"/>
                    </a:ext>
                  </a:extLst>
                </a:gridCol>
              </a:tblGrid>
              <a:tr h="1482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Course Name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PO1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PO2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PO3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PO4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PO5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PO6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PO7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PO8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PO9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PO10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PO11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PO12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WK1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WK2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WK3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WK3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WK4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WK5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WK6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WK7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WK8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WK9</a:t>
                      </a:r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val="3492987307"/>
                  </a:ext>
                </a:extLst>
              </a:tr>
              <a:tr h="5435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531793"/>
                  </a:ext>
                </a:extLst>
              </a:tr>
              <a:tr h="5435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580664"/>
                  </a:ext>
                </a:extLst>
              </a:tr>
              <a:tr h="5435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15551"/>
                  </a:ext>
                </a:extLst>
              </a:tr>
              <a:tr h="5435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73088"/>
                  </a:ext>
                </a:extLst>
              </a:tr>
              <a:tr h="5435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813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67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136</Words>
  <Application>Microsoft Office PowerPoint</Application>
  <PresentationFormat>Widescreen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Hands-On Activities </vt:lpstr>
      <vt:lpstr>Task Description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Mafin Muntasir Rahman</dc:creator>
  <cp:lastModifiedBy>Mafin Muntasir Rahman</cp:lastModifiedBy>
  <cp:revision>6</cp:revision>
  <dcterms:created xsi:type="dcterms:W3CDTF">2026-07-22T02:00:24Z</dcterms:created>
  <dcterms:modified xsi:type="dcterms:W3CDTF">2026-07-22T06:03:01Z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2026-07-22T02:28:07Z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d002dd0e-0ac0-4093-acb7-6ee7d30791fe</vt:lpwstr>
  </property>
  <property fmtid="{D5CDD505-2E9C-101B-9397-08002B2CF9AE}" pid="7" name="MSIP_Label_defa4170-0d19-0005-0004-bc88714345d2_ActionId">
    <vt:lpwstr>80d2a720-b64d-4424-ac2d-3b22c4b3f151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